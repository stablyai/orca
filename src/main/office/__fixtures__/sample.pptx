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e7712c6076c4a37" /><Relationship Type="http://schemas.openxmlformats.org/package/2006/relationships/metadata/core-properties" Target="/docProps/core.xml" Id="R4720a294d14047fa" /><Relationship Type="http://schemas.openxmlformats.org/officeDocument/2006/relationships/extended-properties" Target="/docProps/app.xml" Id="R5e4a2a4d398b4cba" /><Relationship Type="http://schemas.openxmlformats.org/officeDocument/2006/relationships/custom-properties" Target="/docProps/custom.xml" Id="Raf036286773b4f8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0b4e41b30eb64aa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b4e41b30eb64aa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40915539dd48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40f67667e43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de59b514274c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4cf864e00c40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86f408849463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95c67db371341a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369fe27894ae9" /><Relationship Type="http://schemas.openxmlformats.org/officeDocument/2006/relationships/image" Target="/ppt/media/image.png" Id="R7b504b6dbab241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72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Office preview fixture</a:t>
            </a:r>
          </a:p>
        </p:txBody>
      </p:sp>
      <p:pic>
        <p:nvPicPr>
          <p:cNvPr id="10000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04b6dbab2413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20000" y="2880000"/>
            <a:ext cx="1440000" cy="1440000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2026-09-09T02:05:12Z</dcterms:created>
  <cp:lastModifiedBy>OfficeCLI</cp:lastModifiedBy>
  <dcterms:modified xsi:type="dcterms:W3CDTF">2026-09-09T02:05:12Z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2026-09-09T02:05:13Z</vt:lpwstr>
  </op:property>
</op:Properties>
</file>